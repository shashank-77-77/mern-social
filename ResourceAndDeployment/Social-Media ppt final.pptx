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6" r:id="rId1"/>
  </p:sldMasterIdLst>
  <p:sldIdLst>
    <p:sldId id="266" r:id="rId2"/>
    <p:sldId id="257" r:id="rId3"/>
    <p:sldId id="259" r:id="rId4"/>
    <p:sldId id="268" r:id="rId5"/>
    <p:sldId id="260" r:id="rId6"/>
    <p:sldId id="267" r:id="rId7"/>
    <p:sldId id="276" r:id="rId8"/>
    <p:sldId id="265" r:id="rId9"/>
    <p:sldId id="277" r:id="rId10"/>
    <p:sldId id="270" r:id="rId11"/>
    <p:sldId id="271" r:id="rId12"/>
    <p:sldId id="272" r:id="rId13"/>
    <p:sldId id="274" r:id="rId14"/>
    <p:sldId id="273" r:id="rId15"/>
    <p:sldId id="275" r:id="rId16"/>
    <p:sldId id="264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2" autoAdjust="0"/>
    <p:restoredTop sz="94660"/>
  </p:normalViewPr>
  <p:slideViewPr>
    <p:cSldViewPr>
      <p:cViewPr>
        <p:scale>
          <a:sx n="71" d="100"/>
          <a:sy n="71" d="100"/>
        </p:scale>
        <p:origin x="-122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A1494D59-FD6C-48A2-A15F-47D5D84B045D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DEF30E25-6E7E-4266-BF1F-84A7D15DE543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5776" y="1268760"/>
            <a:ext cx="26559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tx2">
                    <a:lumMod val="75000"/>
                  </a:schemeClr>
                </a:solidFill>
              </a:rPr>
              <a:t>Social-Media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2339752" y="2269773"/>
            <a:ext cx="4608512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Presented </a:t>
            </a:r>
            <a:r>
              <a:rPr lang="en-IN" sz="2800" b="1" dirty="0" smtClean="0"/>
              <a:t>By :</a:t>
            </a:r>
            <a:endParaRPr lang="en-IN" sz="2800" b="1" dirty="0"/>
          </a:p>
          <a:p>
            <a:r>
              <a:rPr lang="en-IN" sz="2400" b="1" dirty="0">
                <a:latin typeface="+mj-lt"/>
              </a:rPr>
              <a:t>Ganesh </a:t>
            </a:r>
            <a:r>
              <a:rPr lang="en-IN" sz="2400" b="1" dirty="0" smtClean="0">
                <a:latin typeface="+mj-lt"/>
              </a:rPr>
              <a:t>Gagare (250845920022)</a:t>
            </a:r>
            <a:endParaRPr lang="en-IN" sz="2400" b="1" dirty="0">
              <a:latin typeface="+mj-lt"/>
            </a:endParaRPr>
          </a:p>
          <a:p>
            <a:r>
              <a:rPr lang="en-IN" sz="2400" b="1" dirty="0" smtClean="0">
                <a:latin typeface="+mj-lt"/>
              </a:rPr>
              <a:t>Prajakta</a:t>
            </a:r>
            <a:r>
              <a:rPr lang="en-IN" sz="2400" dirty="0" smtClean="0">
                <a:latin typeface="+mj-lt"/>
              </a:rPr>
              <a:t> </a:t>
            </a:r>
            <a:r>
              <a:rPr lang="en-IN" sz="2400" b="1" dirty="0" smtClean="0">
                <a:latin typeface="+mj-lt"/>
              </a:rPr>
              <a:t>Palaskar (250845920051)</a:t>
            </a:r>
            <a:endParaRPr lang="en-IN" sz="2400" b="1" dirty="0">
              <a:latin typeface="+mj-lt"/>
            </a:endParaRPr>
          </a:p>
          <a:p>
            <a:r>
              <a:rPr lang="en-IN" sz="2400" b="1" dirty="0" smtClean="0">
                <a:latin typeface="+mj-lt"/>
              </a:rPr>
              <a:t>Shashank Mankar (250845920082)</a:t>
            </a:r>
            <a:endParaRPr lang="en-IN" sz="2400" b="1" dirty="0">
              <a:latin typeface="+mj-lt"/>
            </a:endParaRPr>
          </a:p>
          <a:p>
            <a:r>
              <a:rPr lang="en-IN" sz="2400" b="1" dirty="0">
                <a:latin typeface="+mj-lt"/>
              </a:rPr>
              <a:t>Pradnya </a:t>
            </a:r>
            <a:r>
              <a:rPr lang="en-IN" sz="2400" b="1" dirty="0" smtClean="0">
                <a:latin typeface="+mj-lt"/>
              </a:rPr>
              <a:t>Shinde (</a:t>
            </a:r>
            <a:r>
              <a:rPr lang="en-IN" sz="2400" b="1" dirty="0">
                <a:latin typeface="+mj-lt"/>
              </a:rPr>
              <a:t>250845920084</a:t>
            </a:r>
            <a:r>
              <a:rPr lang="en-IN" sz="2400" b="1" dirty="0" smtClean="0">
                <a:latin typeface="+mj-lt"/>
              </a:rPr>
              <a:t>)</a:t>
            </a:r>
            <a:endParaRPr lang="en-IN" sz="2400" b="1" dirty="0">
              <a:latin typeface="+mj-lt"/>
            </a:endParaRPr>
          </a:p>
          <a:p>
            <a:r>
              <a:rPr lang="en-IN" sz="2400" b="1" dirty="0">
                <a:latin typeface="+mj-lt"/>
              </a:rPr>
              <a:t>Suhani </a:t>
            </a:r>
            <a:r>
              <a:rPr lang="en-IN" sz="2400" b="1" dirty="0" smtClean="0">
                <a:latin typeface="+mj-lt"/>
              </a:rPr>
              <a:t>Kasliwal (</a:t>
            </a:r>
            <a:r>
              <a:rPr lang="en-IN" sz="2400" b="1" dirty="0">
                <a:latin typeface="+mj-lt"/>
              </a:rPr>
              <a:t>250845920094</a:t>
            </a:r>
            <a:r>
              <a:rPr lang="en-IN" dirty="0" smtClean="0">
                <a:latin typeface="+mj-lt"/>
              </a:rPr>
              <a:t>)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7813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9632" y="1628800"/>
            <a:ext cx="6172200" cy="1656184"/>
          </a:xfrm>
        </p:spPr>
        <p:txBody>
          <a:bodyPr>
            <a:no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To </a:t>
            </a: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connect people by allowing them to share photos and videos, express their ideas, stay entertained, and communicate easily, while also helping businesses and individuals reach a wider audience</a:t>
            </a:r>
            <a:r>
              <a:rPr lang="en-IN" sz="2000" dirty="0" smtClean="0">
                <a:solidFill>
                  <a:schemeClr val="tx1"/>
                </a:solidFill>
              </a:rPr>
              <a:t>. 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7664" y="548680"/>
            <a:ext cx="4824536" cy="648072"/>
          </a:xfrm>
        </p:spPr>
        <p:txBody>
          <a:bodyPr>
            <a:normAutofit/>
          </a:bodyPr>
          <a:lstStyle/>
          <a:p>
            <a:r>
              <a:rPr lang="en-IN" dirty="0" smtClean="0"/>
              <a:t> </a:t>
            </a:r>
            <a:r>
              <a:rPr lang="en-IN" dirty="0" smtClean="0"/>
              <a:t>Aim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57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7924800" cy="1143000"/>
          </a:xfrm>
        </p:spPr>
        <p:txBody>
          <a:bodyPr/>
          <a:lstStyle/>
          <a:p>
            <a:r>
              <a:rPr lang="en-IN" sz="3200" cap="none" dirty="0" smtClean="0"/>
              <a:t>CONTENTS</a:t>
            </a:r>
            <a:endParaRPr lang="en-IN" sz="3200" cap="non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36456948"/>
              </p:ext>
            </p:extLst>
          </p:nvPr>
        </p:nvGraphicFramePr>
        <p:xfrm>
          <a:off x="609600" y="1484785"/>
          <a:ext cx="7924800" cy="368157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692143"/>
                <a:gridCol w="6232657"/>
              </a:tblGrid>
              <a:tr h="511656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Sr.no</a:t>
                      </a:r>
                      <a:endParaRPr lang="en-IN" sz="2000" dirty="0"/>
                    </a:p>
                  </a:txBody>
                  <a:tcPr marL="97040" marR="97040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Title</a:t>
                      </a:r>
                      <a:endParaRPr lang="en-IN" sz="2000" dirty="0"/>
                    </a:p>
                  </a:txBody>
                  <a:tcPr marL="97040" marR="9704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1)</a:t>
                      </a:r>
                      <a:endParaRPr lang="en-IN" sz="2000" dirty="0"/>
                    </a:p>
                  </a:txBody>
                  <a:tcPr marL="97040" marR="97040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Project Overview</a:t>
                      </a:r>
                      <a:endParaRPr lang="en-IN" sz="2000" dirty="0"/>
                    </a:p>
                  </a:txBody>
                  <a:tcPr marL="97040" marR="9704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2)</a:t>
                      </a:r>
                      <a:endParaRPr lang="en-IN" sz="2000" dirty="0"/>
                    </a:p>
                  </a:txBody>
                  <a:tcPr marL="97040" marR="97040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Problem Statement</a:t>
                      </a:r>
                      <a:endParaRPr lang="en-IN" sz="2000" dirty="0"/>
                    </a:p>
                  </a:txBody>
                  <a:tcPr marL="97040" marR="9704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3)</a:t>
                      </a:r>
                      <a:endParaRPr lang="en-IN" sz="2000" dirty="0"/>
                    </a:p>
                  </a:txBody>
                  <a:tcPr marL="97040" marR="97040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Goals and Objectives</a:t>
                      </a:r>
                    </a:p>
                  </a:txBody>
                  <a:tcPr marL="97040" marR="9704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4)</a:t>
                      </a:r>
                      <a:endParaRPr lang="en-IN" sz="2000" dirty="0"/>
                    </a:p>
                  </a:txBody>
                  <a:tcPr marL="97040" marR="97040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Proposed Solution</a:t>
                      </a:r>
                      <a:endParaRPr lang="en-IN" sz="2000" dirty="0"/>
                    </a:p>
                  </a:txBody>
                  <a:tcPr marL="97040" marR="9704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5)</a:t>
                      </a:r>
                      <a:endParaRPr lang="en-IN" sz="2000" dirty="0"/>
                    </a:p>
                  </a:txBody>
                  <a:tcPr marL="97040" marR="97040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Key Modules</a:t>
                      </a:r>
                      <a:endParaRPr lang="en-IN" sz="2000" dirty="0"/>
                    </a:p>
                  </a:txBody>
                  <a:tcPr marL="97040" marR="9704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6)</a:t>
                      </a:r>
                      <a:endParaRPr lang="en-IN" sz="2000" dirty="0"/>
                    </a:p>
                  </a:txBody>
                  <a:tcPr marL="97040" marR="97040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System Architecture with UML Diagram</a:t>
                      </a:r>
                      <a:endParaRPr lang="en-IN" sz="2000" dirty="0"/>
                    </a:p>
                  </a:txBody>
                  <a:tcPr marL="97040" marR="9704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7)</a:t>
                      </a:r>
                      <a:endParaRPr lang="en-IN" sz="2000" dirty="0"/>
                    </a:p>
                  </a:txBody>
                  <a:tcPr marL="97040" marR="97040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Software Requirement Specification</a:t>
                      </a:r>
                      <a:endParaRPr lang="en-IN" sz="2000" dirty="0"/>
                    </a:p>
                  </a:txBody>
                  <a:tcPr marL="97040" marR="9704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8)</a:t>
                      </a:r>
                      <a:endParaRPr lang="en-IN" sz="2000" dirty="0"/>
                    </a:p>
                  </a:txBody>
                  <a:tcPr marL="97040" marR="97040"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Scope and Conclusion</a:t>
                      </a:r>
                      <a:endParaRPr lang="en-IN" sz="2000" dirty="0"/>
                    </a:p>
                  </a:txBody>
                  <a:tcPr marL="97040" marR="970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37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7704" y="620687"/>
            <a:ext cx="39484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dirty="0"/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71600" y="1530599"/>
            <a:ext cx="74888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IN" sz="2400" dirty="0"/>
              <a:t>A web-based social media application for online communication and interaction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400" dirty="0"/>
              <a:t>Allows users to create profiles and connect with other users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400" dirty="0"/>
              <a:t>Users can share posts, images, and updates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400" dirty="0"/>
              <a:t>Supports likes, comments, and follow features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400" dirty="0"/>
              <a:t>Provides secure authentication and data privacy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400" dirty="0"/>
              <a:t>Designed to be user-friendly, scalable, and efficient</a:t>
            </a:r>
          </a:p>
        </p:txBody>
      </p:sp>
    </p:spTree>
    <p:extLst>
      <p:ext uri="{BB962C8B-B14F-4D97-AF65-F5344CB8AC3E}">
        <p14:creationId xmlns:p14="http://schemas.microsoft.com/office/powerpoint/2010/main" val="9890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924800" cy="720080"/>
          </a:xfrm>
        </p:spPr>
        <p:txBody>
          <a:bodyPr/>
          <a:lstStyle/>
          <a:p>
            <a:r>
              <a:rPr lang="en-IN" sz="3200" cap="none" dirty="0" smtClean="0"/>
              <a:t>Problem Statement</a:t>
            </a:r>
            <a:endParaRPr lang="en-IN" sz="32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27584" y="1412776"/>
            <a:ext cx="7924800" cy="4114800"/>
          </a:xfrm>
        </p:spPr>
        <p:txBody>
          <a:bodyPr>
            <a:normAutofit/>
          </a:bodyPr>
          <a:lstStyle/>
          <a:p>
            <a:r>
              <a:rPr lang="en-IN" sz="2000" dirty="0"/>
              <a:t>Current social media platforms are complex, resource-heavy, and difficult to customize for specific user communities</a:t>
            </a:r>
          </a:p>
          <a:p>
            <a:r>
              <a:rPr lang="en-IN" sz="2000" dirty="0"/>
              <a:t>There is a lack of lightweight systems that provide fast content sharing with real-time interaction</a:t>
            </a:r>
          </a:p>
          <a:p>
            <a:r>
              <a:rPr lang="en-IN" sz="2000" dirty="0"/>
              <a:t>Managing user authentication, authorization, and session security is a major technical challenge</a:t>
            </a:r>
          </a:p>
          <a:p>
            <a:r>
              <a:rPr lang="en-IN" sz="2000" dirty="0"/>
              <a:t>Handling large volumes of user-generated content while maintaining performance and scalability is difficult</a:t>
            </a:r>
          </a:p>
          <a:p>
            <a:r>
              <a:rPr lang="en-IN" sz="2000" dirty="0"/>
              <a:t>Hence, there is a need to develop a modular, secure, and scalable social media application using modern web technologies that ensures smooth user interaction and efficient data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89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1640" y="1618801"/>
            <a:ext cx="7416824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IN" sz="2000" dirty="0" smtClean="0"/>
              <a:t>To create a secure and efficient social media platform for digital </a:t>
            </a:r>
            <a:r>
              <a:rPr lang="en-IN" sz="2000" dirty="0" smtClean="0"/>
              <a:t>interaction</a:t>
            </a:r>
            <a:endParaRPr lang="en-IN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IN" sz="2000" dirty="0" smtClean="0"/>
              <a:t>To design a scalable system that performs well with increasing users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000" dirty="0" smtClean="0"/>
              <a:t>To </a:t>
            </a:r>
            <a:r>
              <a:rPr lang="en-IN" sz="2000" dirty="0"/>
              <a:t>provide a simple and intuitive user </a:t>
            </a:r>
            <a:r>
              <a:rPr lang="en-IN" sz="2000" dirty="0" smtClean="0"/>
              <a:t>experience</a:t>
            </a:r>
            <a:endParaRPr lang="en-IN" sz="32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IN" sz="2000" dirty="0" smtClean="0"/>
              <a:t>To </a:t>
            </a:r>
            <a:r>
              <a:rPr lang="en-IN" sz="2000" dirty="0"/>
              <a:t>implement user registration, login, and profile management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000" dirty="0" smtClean="0"/>
              <a:t>To </a:t>
            </a:r>
            <a:r>
              <a:rPr lang="en-IN" sz="2000" dirty="0"/>
              <a:t>enable posting, liking, commenting, and following features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000" dirty="0" smtClean="0"/>
              <a:t>To </a:t>
            </a:r>
            <a:r>
              <a:rPr lang="en-IN" sz="2000" dirty="0"/>
              <a:t>ensure secure authentication and data privacy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000" dirty="0" smtClean="0"/>
              <a:t>To </a:t>
            </a:r>
            <a:r>
              <a:rPr lang="en-IN" sz="2000" dirty="0"/>
              <a:t>develop a modular backend for easy maintenance and enhancement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000" dirty="0" smtClean="0"/>
              <a:t>To </a:t>
            </a:r>
            <a:r>
              <a:rPr lang="en-IN" sz="2000" dirty="0"/>
              <a:t>store and manage user and post data efficiently using a database</a:t>
            </a:r>
          </a:p>
          <a:p>
            <a:pPr marL="342900" indent="-342900">
              <a:buFont typeface="Wingdings" pitchFamily="2" charset="2"/>
              <a:buChar char="q"/>
            </a:pP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475656" y="692696"/>
            <a:ext cx="5976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Goal and objectives</a:t>
            </a:r>
          </a:p>
        </p:txBody>
      </p:sp>
    </p:spTree>
    <p:extLst>
      <p:ext uri="{BB962C8B-B14F-4D97-AF65-F5344CB8AC3E}">
        <p14:creationId xmlns:p14="http://schemas.microsoft.com/office/powerpoint/2010/main" val="164449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1410" y="116632"/>
            <a:ext cx="4752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Proposed </a:t>
            </a:r>
            <a:r>
              <a:rPr lang="en-IN" sz="3600" dirty="0" smtClean="0"/>
              <a:t>Solution</a:t>
            </a:r>
            <a:endParaRPr lang="en-IN" sz="3600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661410" y="773414"/>
            <a:ext cx="885698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User Authentication &amp; Profile Management</a:t>
            </a:r>
            <a:endParaRPr lang="en-IN" dirty="0"/>
          </a:p>
          <a:p>
            <a:r>
              <a:rPr lang="en-IN" dirty="0" smtClean="0"/>
              <a:t>          User </a:t>
            </a:r>
            <a:r>
              <a:rPr lang="en-IN" dirty="0"/>
              <a:t>registration and login with secure authentication</a:t>
            </a:r>
          </a:p>
          <a:p>
            <a:r>
              <a:rPr lang="en-IN" dirty="0" smtClean="0"/>
              <a:t>          Create </a:t>
            </a:r>
            <a:r>
              <a:rPr lang="en-IN" dirty="0"/>
              <a:t>and edit personal profiles (profile photo, bio, username)</a:t>
            </a:r>
          </a:p>
          <a:p>
            <a:r>
              <a:rPr lang="en-IN" dirty="0" smtClean="0"/>
              <a:t>          Password </a:t>
            </a:r>
            <a:r>
              <a:rPr lang="en-IN" dirty="0"/>
              <a:t>encryption and session management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Media Upload &amp; Management</a:t>
            </a:r>
            <a:endParaRPr lang="en-IN" dirty="0"/>
          </a:p>
          <a:p>
            <a:r>
              <a:rPr lang="en-IN" dirty="0" smtClean="0"/>
              <a:t>           Upload </a:t>
            </a:r>
            <a:r>
              <a:rPr lang="en-IN" dirty="0"/>
              <a:t>photos </a:t>
            </a:r>
          </a:p>
          <a:p>
            <a:r>
              <a:rPr lang="en-IN" dirty="0" smtClean="0"/>
              <a:t>           Apply </a:t>
            </a:r>
            <a:r>
              <a:rPr lang="en-IN" dirty="0"/>
              <a:t>basic filters and captions</a:t>
            </a:r>
          </a:p>
          <a:p>
            <a:r>
              <a:rPr lang="en-IN" dirty="0" smtClean="0"/>
              <a:t>           Store </a:t>
            </a:r>
            <a:r>
              <a:rPr lang="en-IN" dirty="0"/>
              <a:t>media securely in cloud/server storage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Feed &amp; Content Display</a:t>
            </a:r>
            <a:endParaRPr lang="en-IN" dirty="0"/>
          </a:p>
          <a:p>
            <a:r>
              <a:rPr lang="en-IN" dirty="0" smtClean="0"/>
              <a:t>           Personalized </a:t>
            </a:r>
            <a:r>
              <a:rPr lang="en-IN" dirty="0"/>
              <a:t>feed showing posts from followed </a:t>
            </a:r>
            <a:r>
              <a:rPr lang="en-IN" dirty="0" smtClean="0"/>
              <a:t>users</a:t>
            </a:r>
            <a:endParaRPr lang="en-IN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Social Interaction</a:t>
            </a:r>
            <a:endParaRPr lang="en-IN" dirty="0"/>
          </a:p>
          <a:p>
            <a:r>
              <a:rPr lang="en-IN" dirty="0" smtClean="0"/>
              <a:t>            Like</a:t>
            </a:r>
            <a:r>
              <a:rPr lang="en-IN" dirty="0"/>
              <a:t>, comment, and share posts</a:t>
            </a:r>
          </a:p>
          <a:p>
            <a:r>
              <a:rPr lang="en-IN" dirty="0" smtClean="0"/>
              <a:t>            Follow </a:t>
            </a:r>
            <a:r>
              <a:rPr lang="en-IN" dirty="0"/>
              <a:t>and </a:t>
            </a:r>
            <a:r>
              <a:rPr lang="en-IN" dirty="0" smtClean="0"/>
              <a:t>unfollow </a:t>
            </a:r>
            <a:r>
              <a:rPr lang="en-IN" dirty="0"/>
              <a:t>users</a:t>
            </a:r>
          </a:p>
          <a:p>
            <a:r>
              <a:rPr lang="en-IN" dirty="0" smtClean="0"/>
              <a:t>            View </a:t>
            </a:r>
            <a:r>
              <a:rPr lang="en-IN" dirty="0"/>
              <a:t>followers and following lists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Stories &amp; Temporary Content</a:t>
            </a:r>
            <a:endParaRPr lang="en-IN" dirty="0"/>
          </a:p>
          <a:p>
            <a:r>
              <a:rPr lang="en-IN" dirty="0" smtClean="0"/>
              <a:t>            Upload </a:t>
            </a:r>
            <a:r>
              <a:rPr lang="en-IN" dirty="0"/>
              <a:t>stories visible for 24 hours</a:t>
            </a:r>
          </a:p>
          <a:p>
            <a:r>
              <a:rPr lang="en-IN" dirty="0" smtClean="0"/>
              <a:t>            Auto-delete </a:t>
            </a:r>
            <a:r>
              <a:rPr lang="en-IN" dirty="0"/>
              <a:t>stories after expiration</a:t>
            </a:r>
          </a:p>
          <a:p>
            <a:r>
              <a:rPr lang="en-IN" dirty="0" smtClean="0"/>
              <a:t>             </a:t>
            </a:r>
            <a:endParaRPr lang="en-IN" dirty="0"/>
          </a:p>
          <a:p>
            <a:endParaRPr lang="en-IN" dirty="0"/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386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1680" y="216496"/>
            <a:ext cx="43204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Key </a:t>
            </a:r>
            <a:r>
              <a:rPr lang="en-IN" sz="3200" b="1" dirty="0" smtClean="0"/>
              <a:t>Modules</a:t>
            </a:r>
            <a:endParaRPr lang="en-IN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1331640" y="908720"/>
            <a:ext cx="8568952" cy="38164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dirty="0"/>
              <a:t>User Authentication Module</a:t>
            </a:r>
          </a:p>
          <a:p>
            <a:pPr lvl="1"/>
            <a:r>
              <a:rPr lang="en-IN" sz="2000" dirty="0" smtClean="0"/>
              <a:t>     Handles </a:t>
            </a:r>
            <a:r>
              <a:rPr lang="en-IN" sz="2000" dirty="0"/>
              <a:t>user registration, login, logout, and password security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IN" sz="2000" dirty="0"/>
              <a:t>User Profile Module</a:t>
            </a:r>
          </a:p>
          <a:p>
            <a:pPr lvl="1"/>
            <a:r>
              <a:rPr lang="en-IN" sz="2000" dirty="0" smtClean="0"/>
              <a:t>     Manages </a:t>
            </a:r>
            <a:r>
              <a:rPr lang="en-IN" sz="2000" dirty="0"/>
              <a:t>user profile creation, updates, and profile viewing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IN" sz="2000" dirty="0"/>
              <a:t>Post Management Module</a:t>
            </a:r>
          </a:p>
          <a:p>
            <a:pPr lvl="1"/>
            <a:r>
              <a:rPr lang="en-IN" sz="2000" dirty="0" smtClean="0"/>
              <a:t>      Allows </a:t>
            </a:r>
            <a:r>
              <a:rPr lang="en-IN" sz="2000" dirty="0"/>
              <a:t>users to create, edit, delete, and view posts (text/images)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IN" sz="2000" dirty="0"/>
              <a:t>Interaction Module</a:t>
            </a:r>
          </a:p>
          <a:p>
            <a:pPr lvl="1"/>
            <a:r>
              <a:rPr lang="en-IN" sz="2000" dirty="0" smtClean="0"/>
              <a:t>     Manages </a:t>
            </a:r>
            <a:r>
              <a:rPr lang="en-IN" sz="2000" dirty="0"/>
              <a:t>likes, comments, shares, and </a:t>
            </a:r>
            <a:r>
              <a:rPr lang="en-IN" sz="2000" dirty="0" smtClean="0"/>
              <a:t>follow/</a:t>
            </a:r>
            <a:r>
              <a:rPr lang="en-IN" sz="2000" dirty="0" err="1" smtClean="0"/>
              <a:t>unfollow</a:t>
            </a:r>
            <a:r>
              <a:rPr lang="en-IN" sz="2000" dirty="0" smtClean="0"/>
              <a:t> </a:t>
            </a:r>
            <a:r>
              <a:rPr lang="en-IN" sz="2000" dirty="0" smtClean="0"/>
              <a:t>features</a:t>
            </a:r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dirty="0"/>
              <a:t>Search Module</a:t>
            </a:r>
          </a:p>
          <a:p>
            <a:pPr lvl="1"/>
            <a:r>
              <a:rPr lang="en-IN" sz="2000" dirty="0" smtClean="0"/>
              <a:t>     Enables </a:t>
            </a:r>
            <a:r>
              <a:rPr lang="en-IN" sz="2000" dirty="0"/>
              <a:t>searching users and posts </a:t>
            </a:r>
            <a:r>
              <a:rPr lang="en-IN" sz="2000" dirty="0" smtClean="0"/>
              <a:t>efficiently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IN" sz="2000" dirty="0" smtClean="0"/>
              <a:t>Database </a:t>
            </a:r>
            <a:r>
              <a:rPr lang="en-IN" sz="2000" dirty="0"/>
              <a:t>Management Module</a:t>
            </a:r>
          </a:p>
          <a:p>
            <a:pPr lvl="1"/>
            <a:r>
              <a:rPr lang="en-IN" sz="2000" dirty="0" smtClean="0"/>
              <a:t>      Stores </a:t>
            </a:r>
            <a:r>
              <a:rPr lang="en-IN" sz="2000" dirty="0"/>
              <a:t>and retrieves user data, posts, and </a:t>
            </a:r>
            <a:r>
              <a:rPr lang="en-IN" sz="2200" dirty="0"/>
              <a:t>interactions </a:t>
            </a:r>
            <a:r>
              <a:rPr lang="en-IN" sz="2200" dirty="0" smtClean="0"/>
              <a:t>securely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93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\Downloads\WhatsApp Image 2026-01-29 at 4.54.45 PM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48" y="908720"/>
            <a:ext cx="6840760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520" y="260648"/>
            <a:ext cx="36117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>
              <a:buFont typeface="Wingdings" pitchFamily="2" charset="2"/>
              <a:buChar char="v"/>
            </a:pPr>
            <a:r>
              <a:rPr lang="en-IN" sz="2800" dirty="0"/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3535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31" y="824100"/>
            <a:ext cx="8496944" cy="56886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79512" y="188640"/>
            <a:ext cx="41044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itchFamily="2" charset="2"/>
              <a:buChar char="v"/>
            </a:pPr>
            <a:r>
              <a:rPr lang="en-US" sz="2400" b="1" dirty="0"/>
              <a:t>DFD (Data Flow Diagram)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7391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188640"/>
            <a:ext cx="583264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itchFamily="2" charset="2"/>
              <a:buChar char="v"/>
            </a:pPr>
            <a:r>
              <a:rPr lang="en-US" sz="2400" b="1" dirty="0"/>
              <a:t>ERD (Entity Relationship Diagram)</a:t>
            </a:r>
            <a:endParaRPr lang="en-IN" sz="2400" b="1" dirty="0"/>
          </a:p>
          <a:p>
            <a:r>
              <a:rPr lang="en-US" b="1" dirty="0"/>
              <a:t> </a:t>
            </a:r>
            <a:endParaRPr lang="en-IN" sz="2000" b="1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467543" y="692696"/>
            <a:ext cx="8300393" cy="57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94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332656"/>
            <a:ext cx="3393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 b="1" dirty="0"/>
              <a:t>Use Cases Diagram</a:t>
            </a:r>
            <a:endParaRPr lang="en-IN" sz="2800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196752"/>
            <a:ext cx="6776417" cy="4680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93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16632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buFont typeface="Wingdings" pitchFamily="2" charset="2"/>
              <a:buChar char="v"/>
            </a:pPr>
            <a:r>
              <a:rPr lang="en-US" sz="2400" b="1" dirty="0"/>
              <a:t>Sequence Diagram</a:t>
            </a:r>
            <a:endParaRPr lang="en-IN" sz="2400" dirty="0"/>
          </a:p>
          <a:p>
            <a:r>
              <a:rPr lang="en-US" b="1" dirty="0"/>
              <a:t> </a:t>
            </a:r>
            <a:endParaRPr lang="en-IN" sz="3200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8680"/>
            <a:ext cx="8640960" cy="60486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4408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260648"/>
            <a:ext cx="31518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0" lvl="1" indent="-457200">
              <a:buFont typeface="Wingdings" pitchFamily="2" charset="2"/>
              <a:buChar char="v"/>
            </a:pPr>
            <a:r>
              <a:rPr lang="en-US" sz="2800" b="1" dirty="0"/>
              <a:t>Class Diagram</a:t>
            </a:r>
            <a:endParaRPr lang="en-IN" sz="2800" b="1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08720"/>
            <a:ext cx="8496944" cy="54193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1629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3608" y="332656"/>
            <a:ext cx="66967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dirty="0"/>
              <a:t>Software Requirements 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763688" y="1052736"/>
            <a:ext cx="71287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IN" sz="2400" b="1" dirty="0"/>
              <a:t>Hardware Requirements</a:t>
            </a:r>
          </a:p>
          <a:p>
            <a:r>
              <a:rPr lang="en-IN" sz="2400" dirty="0" smtClean="0"/>
              <a:t>          Processor</a:t>
            </a:r>
            <a:r>
              <a:rPr lang="en-IN" sz="2400" dirty="0"/>
              <a:t>: Intel i3 or above</a:t>
            </a:r>
          </a:p>
          <a:p>
            <a:r>
              <a:rPr lang="en-IN" sz="2400" dirty="0" smtClean="0"/>
              <a:t>          RAM</a:t>
            </a:r>
            <a:r>
              <a:rPr lang="en-IN" sz="2400" dirty="0"/>
              <a:t>: Minimum 4 GB</a:t>
            </a:r>
          </a:p>
          <a:p>
            <a:r>
              <a:rPr lang="en-IN" sz="2400" dirty="0" smtClean="0"/>
              <a:t>          Storage</a:t>
            </a:r>
            <a:r>
              <a:rPr lang="en-IN" sz="2400" dirty="0"/>
              <a:t>: </a:t>
            </a:r>
            <a:r>
              <a:rPr lang="en-IN" sz="2400" dirty="0" smtClean="0"/>
              <a:t>100GB HDD or SSD</a:t>
            </a:r>
          </a:p>
          <a:p>
            <a:endParaRPr lang="en-IN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IN" sz="2400" b="1" dirty="0" smtClean="0"/>
              <a:t>Software Requirements</a:t>
            </a:r>
          </a:p>
          <a:p>
            <a:r>
              <a:rPr lang="en-IN" sz="2400" b="1" dirty="0"/>
              <a:t> </a:t>
            </a:r>
            <a:r>
              <a:rPr lang="en-IN" sz="2400" b="1" dirty="0" smtClean="0"/>
              <a:t>         </a:t>
            </a:r>
            <a:r>
              <a:rPr lang="en-IN" sz="2400" dirty="0" smtClean="0"/>
              <a:t>Operating System: Windows 10 or Later</a:t>
            </a:r>
            <a:endParaRPr lang="en-IN" sz="2400" dirty="0"/>
          </a:p>
          <a:p>
            <a:r>
              <a:rPr lang="en-IN" sz="2000" dirty="0" smtClean="0"/>
              <a:t>             </a:t>
            </a:r>
            <a:r>
              <a:rPr lang="en-IN" sz="2400" dirty="0" smtClean="0"/>
              <a:t>Frontend</a:t>
            </a:r>
            <a:r>
              <a:rPr lang="en-IN" sz="2400" dirty="0"/>
              <a:t>: </a:t>
            </a:r>
            <a:r>
              <a:rPr lang="en-IN" sz="2400" dirty="0" smtClean="0"/>
              <a:t>HTML</a:t>
            </a:r>
            <a:r>
              <a:rPr lang="en-IN" sz="2400" dirty="0"/>
              <a:t>, CSS, </a:t>
            </a:r>
            <a:r>
              <a:rPr lang="en-IN" sz="2400" dirty="0" smtClean="0"/>
              <a:t>Javascript, </a:t>
            </a:r>
            <a:r>
              <a:rPr lang="en-IN" sz="2400" dirty="0" smtClean="0"/>
              <a:t> </a:t>
            </a:r>
            <a:r>
              <a:rPr lang="en-IN" sz="2400" dirty="0" smtClean="0"/>
              <a:t>React.js</a:t>
            </a:r>
            <a:endParaRPr lang="en-IN" sz="2400" dirty="0"/>
          </a:p>
          <a:p>
            <a:r>
              <a:rPr lang="en-IN" sz="2400" dirty="0" smtClean="0"/>
              <a:t>           Backend</a:t>
            </a:r>
            <a:r>
              <a:rPr lang="en-IN" sz="2400" dirty="0"/>
              <a:t>: </a:t>
            </a:r>
            <a:r>
              <a:rPr lang="en-IN" sz="2400" dirty="0" smtClean="0"/>
              <a:t>ASP.NET </a:t>
            </a:r>
            <a:r>
              <a:rPr lang="en-IN" sz="2400" dirty="0"/>
              <a:t>Core </a:t>
            </a:r>
            <a:r>
              <a:rPr lang="en-IN" sz="2400" dirty="0" smtClean="0"/>
              <a:t>,Express.js</a:t>
            </a:r>
            <a:endParaRPr lang="en-IN" sz="2400" dirty="0"/>
          </a:p>
          <a:p>
            <a:r>
              <a:rPr lang="en-IN" sz="2400" dirty="0" smtClean="0"/>
              <a:t>           Database</a:t>
            </a:r>
            <a:r>
              <a:rPr lang="en-IN" sz="2400" dirty="0"/>
              <a:t>: </a:t>
            </a:r>
            <a:r>
              <a:rPr lang="en-IN" sz="2400" dirty="0" smtClean="0"/>
              <a:t>MongoDB</a:t>
            </a:r>
            <a:endParaRPr lang="en-IN" sz="2400" dirty="0"/>
          </a:p>
          <a:p>
            <a:r>
              <a:rPr lang="en-IN" sz="2400" dirty="0" smtClean="0"/>
              <a:t>           Server</a:t>
            </a:r>
            <a:r>
              <a:rPr lang="en-IN" sz="2400" dirty="0"/>
              <a:t>: </a:t>
            </a:r>
            <a:r>
              <a:rPr lang="en-IN" sz="2400" dirty="0" smtClean="0"/>
              <a:t>IIS Server/Node.js Server</a:t>
            </a:r>
            <a:endParaRPr lang="en-IN" sz="2400" dirty="0"/>
          </a:p>
          <a:p>
            <a:r>
              <a:rPr lang="en-IN" sz="2400" dirty="0" smtClean="0"/>
              <a:t>           IDE: Visual Studio, VS Code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0578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0"/>
            <a:ext cx="7924800" cy="1143000"/>
          </a:xfrm>
        </p:spPr>
        <p:txBody>
          <a:bodyPr/>
          <a:lstStyle/>
          <a:p>
            <a:pPr algn="ctr"/>
            <a:r>
              <a:rPr lang="en-IN" sz="3200" cap="none" dirty="0" smtClean="0"/>
              <a:t>Scope And Conclusion</a:t>
            </a:r>
            <a:endParaRPr lang="en-IN" sz="32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31640" y="1340768"/>
            <a:ext cx="7924800" cy="4114800"/>
          </a:xfrm>
        </p:spPr>
        <p:txBody>
          <a:bodyPr>
            <a:normAutofit/>
          </a:bodyPr>
          <a:lstStyle/>
          <a:p>
            <a:r>
              <a:rPr lang="en-IN" sz="2000" dirty="0"/>
              <a:t>Development of a web-based social media platform</a:t>
            </a:r>
          </a:p>
          <a:p>
            <a:r>
              <a:rPr lang="en-IN" sz="2000" dirty="0"/>
              <a:t>User registration, authentication, and profile management</a:t>
            </a:r>
          </a:p>
          <a:p>
            <a:r>
              <a:rPr lang="en-IN" sz="2000" dirty="0"/>
              <a:t>Content sharing through posts, likes, and comments</a:t>
            </a:r>
          </a:p>
          <a:p>
            <a:r>
              <a:rPr lang="en-IN" sz="2000" dirty="0"/>
              <a:t>Secure storage and management of user and post </a:t>
            </a:r>
            <a:r>
              <a:rPr lang="en-IN" sz="2000" dirty="0" smtClean="0"/>
              <a:t>data</a:t>
            </a:r>
            <a:endParaRPr lang="en-IN" sz="2000" dirty="0"/>
          </a:p>
          <a:p>
            <a:r>
              <a:rPr lang="en-IN" sz="2000" dirty="0"/>
              <a:t>The project successfully provides a secure and interactive social </a:t>
            </a:r>
            <a:r>
              <a:rPr lang="en-IN" sz="2000"/>
              <a:t>media </a:t>
            </a:r>
            <a:r>
              <a:rPr lang="en-IN" sz="2000" smtClean="0"/>
              <a:t>platform</a:t>
            </a:r>
            <a:endParaRPr lang="en-IN" sz="2000" dirty="0"/>
          </a:p>
          <a:p>
            <a:r>
              <a:rPr lang="en-IN" sz="2000" dirty="0"/>
              <a:t>The system is designed with a modular and scalable architecture</a:t>
            </a:r>
          </a:p>
          <a:p>
            <a:r>
              <a:rPr lang="en-IN" sz="2000" dirty="0"/>
              <a:t>Data security and user privacy are effectively maintained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29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1800" y="1988840"/>
            <a:ext cx="3600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chemeClr val="tx2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6552287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241</TotalTime>
  <Words>686</Words>
  <Application>Microsoft Office PowerPoint</Application>
  <PresentationFormat>On-screen Show (4:3)</PresentationFormat>
  <Paragraphs>112</Paragraphs>
  <Slides>17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Horizon</vt:lpstr>
      <vt:lpstr>PowerPoint Presentation</vt:lpstr>
      <vt:lpstr> Aim</vt:lpstr>
      <vt:lpstr>CONTENTS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Scope And 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Social-Media</dc:title>
  <dc:creator>admin</dc:creator>
  <cp:lastModifiedBy>admin</cp:lastModifiedBy>
  <cp:revision>28</cp:revision>
  <dcterms:created xsi:type="dcterms:W3CDTF">2026-01-28T16:21:03Z</dcterms:created>
  <dcterms:modified xsi:type="dcterms:W3CDTF">2026-01-30T06:48:30Z</dcterms:modified>
</cp:coreProperties>
</file>